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vs ML vs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1 – Task 3</a:t>
            </a:r>
          </a:p>
          <a:p>
            <a:r>
              <a:t>Syeda Fatima Sajid</a:t>
            </a:r>
          </a:p>
          <a:p>
            <a:r>
              <a:t>AI Tool Used: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 (AI)?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 is the ability of machines to mimic human intelligence.</a:t>
            </a:r>
          </a:p>
          <a:p>
            <a:r>
              <a:t>• It enables computers to think, learn, and make decisions.</a:t>
            </a:r>
          </a:p>
          <a:p>
            <a:r>
              <a:t>• AI systems can solve problems, understand language, and recognize images.</a:t>
            </a:r>
          </a:p>
          <a:p>
            <a:r>
              <a:t>• AI is the broader field that includes Machine Learning and Deep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 (ML)?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is a subset of AI.</a:t>
            </a:r>
          </a:p>
          <a:p>
            <a:r>
              <a:t>• It allows machines to learn from data without being explicitly programmed.</a:t>
            </a:r>
          </a:p>
          <a:p>
            <a:r>
              <a:t>• ML algorithms identify patterns and improve performance over time.</a:t>
            </a:r>
          </a:p>
          <a:p>
            <a:r>
              <a:t>• Example: Email spam detection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Difference: AI vs ML vs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AI: Broad field focused on creating intelligent machines.</a:t>
            </a:r>
          </a:p>
          <a:p>
            <a:r>
              <a:t>• ML: Subset of AI that learns from data.</a:t>
            </a:r>
          </a:p>
          <a:p>
            <a:r>
              <a:t>• Deep Learning: Subset of ML using neural networks.</a:t>
            </a:r>
          </a:p>
          <a:p>
            <a:r>
              <a:t>• DL is used for complex tasks like image and speech recognition.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&amp; 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Types of AI:</a:t>
            </a:r>
          </a:p>
          <a:p>
            <a:r>
              <a:t>• Narrow AI – Designed for specific tasks (e.g., voice assistants).</a:t>
            </a:r>
          </a:p>
          <a:p>
            <a:r>
              <a:t>• General AI – Can perform any intellectual task like humans (theoretical).</a:t>
            </a:r>
          </a:p>
          <a:p>
            <a:r>
              <a:t>• Super AI – Surpasses human intelligence (hypothetical).</a:t>
            </a:r>
          </a:p>
          <a:p/>
          <a:p>
            <a:r>
              <a:t>Real-World Application:</a:t>
            </a:r>
          </a:p>
          <a:p>
            <a:r>
              <a:t>• Self-driving cars use AI, ML, and Deep Learning for object detection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